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9" r:id="rId9"/>
    <p:sldId id="271" r:id="rId10"/>
    <p:sldId id="273" r:id="rId11"/>
    <p:sldId id="272" r:id="rId12"/>
    <p:sldId id="270" r:id="rId13"/>
    <p:sldId id="274" r:id="rId14"/>
    <p:sldId id="275" r:id="rId15"/>
    <p:sldId id="276" r:id="rId16"/>
    <p:sldId id="277" r:id="rId17"/>
    <p:sldId id="280" r:id="rId18"/>
    <p:sldId id="279" r:id="rId19"/>
    <p:sldId id="278" r:id="rId20"/>
    <p:sldId id="284" r:id="rId21"/>
    <p:sldId id="282" r:id="rId22"/>
    <p:sldId id="281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97AA5-66F0-4CF2-A98C-4BDC78CBBAB4}" v="9" dt="2025-03-12T03:48:56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79377" autoAdjust="0"/>
  </p:normalViewPr>
  <p:slideViewPr>
    <p:cSldViewPr snapToGrid="0">
      <p:cViewPr varScale="1">
        <p:scale>
          <a:sx n="54" d="100"/>
          <a:sy n="54" d="100"/>
        </p:scale>
        <p:origin x="13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esis Grant" userId="d71ac9d2c3568741" providerId="LiveId" clId="{35697AA5-66F0-4CF2-A98C-4BDC78CBBAB4}"/>
    <pc:docChg chg="undo custSel addSld delSld modSld sldOrd">
      <pc:chgData name="Genesis Grant" userId="d71ac9d2c3568741" providerId="LiveId" clId="{35697AA5-66F0-4CF2-A98C-4BDC78CBBAB4}" dt="2025-03-12T21:37:54.425" v="5362" actId="2711"/>
      <pc:docMkLst>
        <pc:docMk/>
      </pc:docMkLst>
      <pc:sldChg chg="addSp modSp mod">
        <pc:chgData name="Genesis Grant" userId="d71ac9d2c3568741" providerId="LiveId" clId="{35697AA5-66F0-4CF2-A98C-4BDC78CBBAB4}" dt="2025-03-12T13:23:41.454" v="5349" actId="20577"/>
        <pc:sldMkLst>
          <pc:docMk/>
          <pc:sldMk cId="1443708539" sldId="256"/>
        </pc:sldMkLst>
        <pc:spChg chg="mod">
          <ac:chgData name="Genesis Grant" userId="d71ac9d2c3568741" providerId="LiveId" clId="{35697AA5-66F0-4CF2-A98C-4BDC78CBBAB4}" dt="2025-03-12T13:23:41.454" v="5349" actId="20577"/>
          <ac:spMkLst>
            <pc:docMk/>
            <pc:sldMk cId="1443708539" sldId="256"/>
            <ac:spMk id="2" creationId="{ACA2179F-B4F7-B920-B52A-3FEDB1C6A627}"/>
          </ac:spMkLst>
        </pc:spChg>
        <pc:spChg chg="add mod">
          <ac:chgData name="Genesis Grant" userId="d71ac9d2c3568741" providerId="LiveId" clId="{35697AA5-66F0-4CF2-A98C-4BDC78CBBAB4}" dt="2025-03-12T03:33:33.491" v="1452" actId="1076"/>
          <ac:spMkLst>
            <pc:docMk/>
            <pc:sldMk cId="1443708539" sldId="256"/>
            <ac:spMk id="4" creationId="{DC05ABBD-B499-00C2-EBE4-39CDC0DA27C3}"/>
          </ac:spMkLst>
        </pc:spChg>
        <pc:spChg chg="add mod">
          <ac:chgData name="Genesis Grant" userId="d71ac9d2c3568741" providerId="LiveId" clId="{35697AA5-66F0-4CF2-A98C-4BDC78CBBAB4}" dt="2025-03-12T03:33:41.768" v="1454"/>
          <ac:spMkLst>
            <pc:docMk/>
            <pc:sldMk cId="1443708539" sldId="256"/>
            <ac:spMk id="5" creationId="{98B8902E-5C9E-20A2-83E9-873D74AF70E3}"/>
          </ac:spMkLst>
        </pc:spChg>
      </pc:sldChg>
      <pc:sldChg chg="modSp mod">
        <pc:chgData name="Genesis Grant" userId="d71ac9d2c3568741" providerId="LiveId" clId="{35697AA5-66F0-4CF2-A98C-4BDC78CBBAB4}" dt="2025-03-12T03:01:50.755" v="1440" actId="20577"/>
        <pc:sldMkLst>
          <pc:docMk/>
          <pc:sldMk cId="1278152572" sldId="257"/>
        </pc:sldMkLst>
        <pc:spChg chg="mod">
          <ac:chgData name="Genesis Grant" userId="d71ac9d2c3568741" providerId="LiveId" clId="{35697AA5-66F0-4CF2-A98C-4BDC78CBBAB4}" dt="2025-03-12T03:01:50.755" v="1440" actId="20577"/>
          <ac:spMkLst>
            <pc:docMk/>
            <pc:sldMk cId="1278152572" sldId="257"/>
            <ac:spMk id="3" creationId="{785EACF2-4105-C52F-C15E-8F62D4FECFBC}"/>
          </ac:spMkLst>
        </pc:spChg>
      </pc:sldChg>
      <pc:sldChg chg="addSp delSp modSp del mod">
        <pc:chgData name="Genesis Grant" userId="d71ac9d2c3568741" providerId="LiveId" clId="{35697AA5-66F0-4CF2-A98C-4BDC78CBBAB4}" dt="2025-03-12T03:23:27.411" v="1448" actId="2696"/>
        <pc:sldMkLst>
          <pc:docMk/>
          <pc:sldMk cId="3211662992" sldId="258"/>
        </pc:sldMkLst>
        <pc:spChg chg="add del mod">
          <ac:chgData name="Genesis Grant" userId="d71ac9d2c3568741" providerId="LiveId" clId="{35697AA5-66F0-4CF2-A98C-4BDC78CBBAB4}" dt="2025-03-12T03:02:06.768" v="1444" actId="478"/>
          <ac:spMkLst>
            <pc:docMk/>
            <pc:sldMk cId="3211662992" sldId="258"/>
            <ac:spMk id="2" creationId="{E90D2E60-24FD-C0A9-FF28-623FDF468B39}"/>
          </ac:spMkLst>
        </pc:spChg>
        <pc:spChg chg="add del mod">
          <ac:chgData name="Genesis Grant" userId="d71ac9d2c3568741" providerId="LiveId" clId="{35697AA5-66F0-4CF2-A98C-4BDC78CBBAB4}" dt="2025-03-12T03:02:09.253" v="1445" actId="478"/>
          <ac:spMkLst>
            <pc:docMk/>
            <pc:sldMk cId="3211662992" sldId="258"/>
            <ac:spMk id="4" creationId="{39F55F4D-D6D0-D272-B3F9-D4FE05ABFEEC}"/>
          </ac:spMkLst>
        </pc:spChg>
        <pc:spChg chg="mod">
          <ac:chgData name="Genesis Grant" userId="d71ac9d2c3568741" providerId="LiveId" clId="{35697AA5-66F0-4CF2-A98C-4BDC78CBBAB4}" dt="2025-03-12T03:23:17.488" v="1447" actId="1076"/>
          <ac:spMkLst>
            <pc:docMk/>
            <pc:sldMk cId="3211662992" sldId="258"/>
            <ac:spMk id="6" creationId="{AC6A95D1-01A2-488E-9E74-93F352EB7BBE}"/>
          </ac:spMkLst>
        </pc:spChg>
        <pc:picChg chg="mod">
          <ac:chgData name="Genesis Grant" userId="d71ac9d2c3568741" providerId="LiveId" clId="{35697AA5-66F0-4CF2-A98C-4BDC78CBBAB4}" dt="2025-03-12T03:23:11.285" v="1446" actId="1076"/>
          <ac:picMkLst>
            <pc:docMk/>
            <pc:sldMk cId="3211662992" sldId="258"/>
            <ac:picMk id="5" creationId="{F448B641-D67F-EE89-8237-1279471ABC1A}"/>
          </ac:picMkLst>
        </pc:picChg>
      </pc:sldChg>
      <pc:sldChg chg="modSp mod">
        <pc:chgData name="Genesis Grant" userId="d71ac9d2c3568741" providerId="LiveId" clId="{35697AA5-66F0-4CF2-A98C-4BDC78CBBAB4}" dt="2025-03-12T03:39:20.647" v="1582" actId="20577"/>
        <pc:sldMkLst>
          <pc:docMk/>
          <pc:sldMk cId="122444143" sldId="260"/>
        </pc:sldMkLst>
        <pc:spChg chg="mod">
          <ac:chgData name="Genesis Grant" userId="d71ac9d2c3568741" providerId="LiveId" clId="{35697AA5-66F0-4CF2-A98C-4BDC78CBBAB4}" dt="2025-03-12T03:39:20.647" v="1582" actId="20577"/>
          <ac:spMkLst>
            <pc:docMk/>
            <pc:sldMk cId="122444143" sldId="260"/>
            <ac:spMk id="3" creationId="{91F6CF1A-9CD4-062B-E6C6-757FE8957C57}"/>
          </ac:spMkLst>
        </pc:spChg>
      </pc:sldChg>
      <pc:sldChg chg="modSp mod">
        <pc:chgData name="Genesis Grant" userId="d71ac9d2c3568741" providerId="LiveId" clId="{35697AA5-66F0-4CF2-A98C-4BDC78CBBAB4}" dt="2025-03-12T03:39:49.992" v="1586" actId="1076"/>
        <pc:sldMkLst>
          <pc:docMk/>
          <pc:sldMk cId="194824478" sldId="261"/>
        </pc:sldMkLst>
        <pc:spChg chg="mod">
          <ac:chgData name="Genesis Grant" userId="d71ac9d2c3568741" providerId="LiveId" clId="{35697AA5-66F0-4CF2-A98C-4BDC78CBBAB4}" dt="2025-03-12T03:39:45.871" v="1585" actId="20577"/>
          <ac:spMkLst>
            <pc:docMk/>
            <pc:sldMk cId="194824478" sldId="261"/>
            <ac:spMk id="3" creationId="{28E7485F-A813-596F-9DB7-DF0A368C8E7E}"/>
          </ac:spMkLst>
        </pc:spChg>
        <pc:picChg chg="mod">
          <ac:chgData name="Genesis Grant" userId="d71ac9d2c3568741" providerId="LiveId" clId="{35697AA5-66F0-4CF2-A98C-4BDC78CBBAB4}" dt="2025-03-12T03:39:49.992" v="1586" actId="1076"/>
          <ac:picMkLst>
            <pc:docMk/>
            <pc:sldMk cId="194824478" sldId="261"/>
            <ac:picMk id="5" creationId="{02E4AB6E-ADB7-A35C-F959-64E9A2128A86}"/>
          </ac:picMkLst>
        </pc:picChg>
      </pc:sldChg>
      <pc:sldChg chg="modSp mod modNotesTx">
        <pc:chgData name="Genesis Grant" userId="d71ac9d2c3568741" providerId="LiveId" clId="{35697AA5-66F0-4CF2-A98C-4BDC78CBBAB4}" dt="2025-03-12T03:41:29.370" v="1650" actId="20577"/>
        <pc:sldMkLst>
          <pc:docMk/>
          <pc:sldMk cId="4194119785" sldId="263"/>
        </pc:sldMkLst>
        <pc:spChg chg="mod">
          <ac:chgData name="Genesis Grant" userId="d71ac9d2c3568741" providerId="LiveId" clId="{35697AA5-66F0-4CF2-A98C-4BDC78CBBAB4}" dt="2025-02-26T20:04:45.128" v="807" actId="20577"/>
          <ac:spMkLst>
            <pc:docMk/>
            <pc:sldMk cId="4194119785" sldId="263"/>
            <ac:spMk id="2" creationId="{6D36453F-1F91-5BB7-3B6B-EA9D91F6693E}"/>
          </ac:spMkLst>
        </pc:spChg>
        <pc:spChg chg="mod">
          <ac:chgData name="Genesis Grant" userId="d71ac9d2c3568741" providerId="LiveId" clId="{35697AA5-66F0-4CF2-A98C-4BDC78CBBAB4}" dt="2025-03-12T03:41:29.370" v="1650" actId="20577"/>
          <ac:spMkLst>
            <pc:docMk/>
            <pc:sldMk cId="4194119785" sldId="263"/>
            <ac:spMk id="3" creationId="{0094673E-46C9-217F-8E03-656682660236}"/>
          </ac:spMkLst>
        </pc:spChg>
      </pc:sldChg>
      <pc:sldChg chg="modSp mod ord">
        <pc:chgData name="Genesis Grant" userId="d71ac9d2c3568741" providerId="LiveId" clId="{35697AA5-66F0-4CF2-A98C-4BDC78CBBAB4}" dt="2025-03-12T11:33:20.003" v="2788" actId="20577"/>
        <pc:sldMkLst>
          <pc:docMk/>
          <pc:sldMk cId="3946645628" sldId="264"/>
        </pc:sldMkLst>
        <pc:spChg chg="mod">
          <ac:chgData name="Genesis Grant" userId="d71ac9d2c3568741" providerId="LiveId" clId="{35697AA5-66F0-4CF2-A98C-4BDC78CBBAB4}" dt="2025-03-12T03:49:12.482" v="1701" actId="20577"/>
          <ac:spMkLst>
            <pc:docMk/>
            <pc:sldMk cId="3946645628" sldId="264"/>
            <ac:spMk id="2" creationId="{39B735E4-6263-95E2-2690-416145845AF5}"/>
          </ac:spMkLst>
        </pc:spChg>
        <pc:spChg chg="mod">
          <ac:chgData name="Genesis Grant" userId="d71ac9d2c3568741" providerId="LiveId" clId="{35697AA5-66F0-4CF2-A98C-4BDC78CBBAB4}" dt="2025-03-12T11:33:20.003" v="2788" actId="20577"/>
          <ac:spMkLst>
            <pc:docMk/>
            <pc:sldMk cId="3946645628" sldId="264"/>
            <ac:spMk id="3" creationId="{D00FF47B-52DD-4A1D-107D-2AAE5348C80E}"/>
          </ac:spMkLst>
        </pc:spChg>
      </pc:sldChg>
      <pc:sldChg chg="modSp del mod">
        <pc:chgData name="Genesis Grant" userId="d71ac9d2c3568741" providerId="LiveId" clId="{35697AA5-66F0-4CF2-A98C-4BDC78CBBAB4}" dt="2025-03-12T03:45:47.136" v="1667" actId="2696"/>
        <pc:sldMkLst>
          <pc:docMk/>
          <pc:sldMk cId="1762825568" sldId="265"/>
        </pc:sldMkLst>
      </pc:sldChg>
      <pc:sldChg chg="delSp del mod ord">
        <pc:chgData name="Genesis Grant" userId="d71ac9d2c3568741" providerId="LiveId" clId="{35697AA5-66F0-4CF2-A98C-4BDC78CBBAB4}" dt="2025-03-12T12:20:44.694" v="3786" actId="2696"/>
        <pc:sldMkLst>
          <pc:docMk/>
          <pc:sldMk cId="1186924254" sldId="266"/>
        </pc:sldMkLst>
        <pc:picChg chg="del">
          <ac:chgData name="Genesis Grant" userId="d71ac9d2c3568741" providerId="LiveId" clId="{35697AA5-66F0-4CF2-A98C-4BDC78CBBAB4}" dt="2025-03-12T03:45:38.389" v="1666" actId="478"/>
          <ac:picMkLst>
            <pc:docMk/>
            <pc:sldMk cId="1186924254" sldId="266"/>
            <ac:picMk id="5" creationId="{AB56F0FD-52BB-04A4-9281-02420DE126FF}"/>
          </ac:picMkLst>
        </pc:picChg>
      </pc:sldChg>
      <pc:sldChg chg="addSp delSp modSp new del mod">
        <pc:chgData name="Genesis Grant" userId="d71ac9d2c3568741" providerId="LiveId" clId="{35697AA5-66F0-4CF2-A98C-4BDC78CBBAB4}" dt="2025-03-12T12:26:04.004" v="3825" actId="2696"/>
        <pc:sldMkLst>
          <pc:docMk/>
          <pc:sldMk cId="754127311" sldId="267"/>
        </pc:sldMkLst>
        <pc:spChg chg="add mod">
          <ac:chgData name="Genesis Grant" userId="d71ac9d2c3568741" providerId="LiveId" clId="{35697AA5-66F0-4CF2-A98C-4BDC78CBBAB4}" dt="2025-03-12T03:45:50.893" v="1668" actId="478"/>
          <ac:spMkLst>
            <pc:docMk/>
            <pc:sldMk cId="754127311" sldId="267"/>
            <ac:spMk id="3" creationId="{C98A01E1-A026-CDF3-5104-D5E02B840BD9}"/>
          </ac:spMkLst>
        </pc:spChg>
        <pc:picChg chg="add del mod ord">
          <ac:chgData name="Genesis Grant" userId="d71ac9d2c3568741" providerId="LiveId" clId="{35697AA5-66F0-4CF2-A98C-4BDC78CBBAB4}" dt="2025-03-12T03:45:50.893" v="1668" actId="478"/>
          <ac:picMkLst>
            <pc:docMk/>
            <pc:sldMk cId="754127311" sldId="267"/>
            <ac:picMk id="5" creationId="{CA683BED-4064-F291-CCB9-204A94ECCE00}"/>
          </ac:picMkLst>
        </pc:picChg>
      </pc:sldChg>
      <pc:sldChg chg="modSp new del mod">
        <pc:chgData name="Genesis Grant" userId="d71ac9d2c3568741" providerId="LiveId" clId="{35697AA5-66F0-4CF2-A98C-4BDC78CBBAB4}" dt="2025-03-03T20:25:42.501" v="1047" actId="2696"/>
        <pc:sldMkLst>
          <pc:docMk/>
          <pc:sldMk cId="2230520029" sldId="268"/>
        </pc:sldMkLst>
      </pc:sldChg>
      <pc:sldChg chg="addSp delSp modSp new mod modNotesTx">
        <pc:chgData name="Genesis Grant" userId="d71ac9d2c3568741" providerId="LiveId" clId="{35697AA5-66F0-4CF2-A98C-4BDC78CBBAB4}" dt="2025-03-12T11:34:52.563" v="2822" actId="2711"/>
        <pc:sldMkLst>
          <pc:docMk/>
          <pc:sldMk cId="1383263417" sldId="269"/>
        </pc:sldMkLst>
        <pc:spChg chg="mod">
          <ac:chgData name="Genesis Grant" userId="d71ac9d2c3568741" providerId="LiveId" clId="{35697AA5-66F0-4CF2-A98C-4BDC78CBBAB4}" dt="2025-03-12T03:49:03.026" v="1686" actId="20577"/>
          <ac:spMkLst>
            <pc:docMk/>
            <pc:sldMk cId="1383263417" sldId="269"/>
            <ac:spMk id="2" creationId="{6E56F171-6C7D-67D5-83FB-1201F0FA28A8}"/>
          </ac:spMkLst>
        </pc:spChg>
        <pc:spChg chg="mod">
          <ac:chgData name="Genesis Grant" userId="d71ac9d2c3568741" providerId="LiveId" clId="{35697AA5-66F0-4CF2-A98C-4BDC78CBBAB4}" dt="2025-03-12T11:34:52.563" v="2822" actId="2711"/>
          <ac:spMkLst>
            <pc:docMk/>
            <pc:sldMk cId="1383263417" sldId="269"/>
            <ac:spMk id="3" creationId="{A9894009-8B91-6E50-E89F-A798805E13AF}"/>
          </ac:spMkLst>
        </pc:spChg>
        <pc:picChg chg="add del mod">
          <ac:chgData name="Genesis Grant" userId="d71ac9d2c3568741" providerId="LiveId" clId="{35697AA5-66F0-4CF2-A98C-4BDC78CBBAB4}" dt="2025-03-12T03:54:34.107" v="1709" actId="478"/>
          <ac:picMkLst>
            <pc:docMk/>
            <pc:sldMk cId="1383263417" sldId="269"/>
            <ac:picMk id="5" creationId="{F2A8AA04-3ECF-1EDB-1821-4395CD025490}"/>
          </ac:picMkLst>
        </pc:picChg>
      </pc:sldChg>
      <pc:sldChg chg="addSp delSp modSp add mod setBg modNotesTx">
        <pc:chgData name="Genesis Grant" userId="d71ac9d2c3568741" providerId="LiveId" clId="{35697AA5-66F0-4CF2-A98C-4BDC78CBBAB4}" dt="2025-03-12T12:32:17.682" v="3869" actId="478"/>
        <pc:sldMkLst>
          <pc:docMk/>
          <pc:sldMk cId="1138772596" sldId="270"/>
        </pc:sldMkLst>
        <pc:spChg chg="mod">
          <ac:chgData name="Genesis Grant" userId="d71ac9d2c3568741" providerId="LiveId" clId="{35697AA5-66F0-4CF2-A98C-4BDC78CBBAB4}" dt="2025-03-12T12:01:40.067" v="3176" actId="26606"/>
          <ac:spMkLst>
            <pc:docMk/>
            <pc:sldMk cId="1138772596" sldId="270"/>
            <ac:spMk id="2" creationId="{8363B421-BF34-F5D9-602B-656F076BD020}"/>
          </ac:spMkLst>
        </pc:spChg>
        <pc:spChg chg="del mod">
          <ac:chgData name="Genesis Grant" userId="d71ac9d2c3568741" providerId="LiveId" clId="{35697AA5-66F0-4CF2-A98C-4BDC78CBBAB4}" dt="2025-03-12T11:59:49.718" v="3169" actId="22"/>
          <ac:spMkLst>
            <pc:docMk/>
            <pc:sldMk cId="1138772596" sldId="270"/>
            <ac:spMk id="3" creationId="{BCB64B83-E66B-9E83-E1F5-341BE1E5F778}"/>
          </ac:spMkLst>
        </pc:spChg>
        <pc:spChg chg="add del mod">
          <ac:chgData name="Genesis Grant" userId="d71ac9d2c3568741" providerId="LiveId" clId="{35697AA5-66F0-4CF2-A98C-4BDC78CBBAB4}" dt="2025-03-12T12:12:29.462" v="3445" actId="478"/>
          <ac:spMkLst>
            <pc:docMk/>
            <pc:sldMk cId="1138772596" sldId="270"/>
            <ac:spMk id="9" creationId="{76EC4A5A-34C3-A9E6-2A7E-C58CCBB786C6}"/>
          </ac:spMkLst>
        </pc:spChg>
        <pc:spChg chg="add del">
          <ac:chgData name="Genesis Grant" userId="d71ac9d2c3568741" providerId="LiveId" clId="{35697AA5-66F0-4CF2-A98C-4BDC78CBBAB4}" dt="2025-03-12T12:01:40.067" v="3176" actId="26606"/>
          <ac:spMkLst>
            <pc:docMk/>
            <pc:sldMk cId="1138772596" sldId="270"/>
            <ac:spMk id="11" creationId="{F323BA7D-7C1A-CA0E-D724-D860DF40F8EB}"/>
          </ac:spMkLst>
        </pc:spChg>
        <pc:spChg chg="add del">
          <ac:chgData name="Genesis Grant" userId="d71ac9d2c3568741" providerId="LiveId" clId="{35697AA5-66F0-4CF2-A98C-4BDC78CBBAB4}" dt="2025-03-12T12:01:21.383" v="3174" actId="26606"/>
          <ac:spMkLst>
            <pc:docMk/>
            <pc:sldMk cId="1138772596" sldId="270"/>
            <ac:spMk id="12" creationId="{9D768B77-8742-43A0-AF16-6AC4D378E482}"/>
          </ac:spMkLst>
        </pc:spChg>
        <pc:spChg chg="add del">
          <ac:chgData name="Genesis Grant" userId="d71ac9d2c3568741" providerId="LiveId" clId="{35697AA5-66F0-4CF2-A98C-4BDC78CBBAB4}" dt="2025-03-12T12:01:21.383" v="3174" actId="26606"/>
          <ac:spMkLst>
            <pc:docMk/>
            <pc:sldMk cId="1138772596" sldId="270"/>
            <ac:spMk id="14" creationId="{48B13CA8-CBEA-4805-955D-CEBE32236560}"/>
          </ac:spMkLst>
        </pc:spChg>
        <pc:spChg chg="add del">
          <ac:chgData name="Genesis Grant" userId="d71ac9d2c3568741" providerId="LiveId" clId="{35697AA5-66F0-4CF2-A98C-4BDC78CBBAB4}" dt="2025-03-12T12:01:40.067" v="3176" actId="26606"/>
          <ac:spMkLst>
            <pc:docMk/>
            <pc:sldMk cId="1138772596" sldId="270"/>
            <ac:spMk id="16" creationId="{3FCFB1DE-0B7E-48CC-BA90-B2AB0889F9D6}"/>
          </ac:spMkLst>
        </pc:spChg>
        <pc:spChg chg="add del">
          <ac:chgData name="Genesis Grant" userId="d71ac9d2c3568741" providerId="LiveId" clId="{35697AA5-66F0-4CF2-A98C-4BDC78CBBAB4}" dt="2025-03-12T12:01:40.067" v="3176" actId="26606"/>
          <ac:spMkLst>
            <pc:docMk/>
            <pc:sldMk cId="1138772596" sldId="270"/>
            <ac:spMk id="17" creationId="{5AC1364A-3E3D-4F0D-8776-78AF3A270DD6}"/>
          </ac:spMkLst>
        </pc:spChg>
        <pc:picChg chg="add del mod ord">
          <ac:chgData name="Genesis Grant" userId="d71ac9d2c3568741" providerId="LiveId" clId="{35697AA5-66F0-4CF2-A98C-4BDC78CBBAB4}" dt="2025-03-12T12:12:29.462" v="3445" actId="478"/>
          <ac:picMkLst>
            <pc:docMk/>
            <pc:sldMk cId="1138772596" sldId="270"/>
            <ac:picMk id="5" creationId="{4F0A5C8B-BCAB-1E1C-9059-1B07F90D8074}"/>
          </ac:picMkLst>
        </pc:picChg>
        <pc:picChg chg="add del mod">
          <ac:chgData name="Genesis Grant" userId="d71ac9d2c3568741" providerId="LiveId" clId="{35697AA5-66F0-4CF2-A98C-4BDC78CBBAB4}" dt="2025-03-12T12:32:17.682" v="3869" actId="478"/>
          <ac:picMkLst>
            <pc:docMk/>
            <pc:sldMk cId="1138772596" sldId="270"/>
            <ac:picMk id="7" creationId="{B6CBCE25-84C6-F17E-932F-EE942475C4EF}"/>
          </ac:picMkLst>
        </pc:picChg>
        <pc:picChg chg="add del mod ord">
          <ac:chgData name="Genesis Grant" userId="d71ac9d2c3568741" providerId="LiveId" clId="{35697AA5-66F0-4CF2-A98C-4BDC78CBBAB4}" dt="2025-03-12T12:12:29.054" v="3444" actId="22"/>
          <ac:picMkLst>
            <pc:docMk/>
            <pc:sldMk cId="1138772596" sldId="270"/>
            <ac:picMk id="13" creationId="{574360DC-4CB2-8B41-019E-0F01389074CA}"/>
          </ac:picMkLst>
        </pc:picChg>
        <pc:picChg chg="add del">
          <ac:chgData name="Genesis Grant" userId="d71ac9d2c3568741" providerId="LiveId" clId="{35697AA5-66F0-4CF2-A98C-4BDC78CBBAB4}" dt="2025-03-12T12:32:17.670" v="3868" actId="22"/>
          <ac:picMkLst>
            <pc:docMk/>
            <pc:sldMk cId="1138772596" sldId="270"/>
            <ac:picMk id="18" creationId="{1066E123-049F-5369-858C-2998013FC5A2}"/>
          </ac:picMkLst>
        </pc:picChg>
      </pc:sldChg>
      <pc:sldChg chg="new del">
        <pc:chgData name="Genesis Grant" userId="d71ac9d2c3568741" providerId="LiveId" clId="{35697AA5-66F0-4CF2-A98C-4BDC78CBBAB4}" dt="2025-03-12T03:37:56.477" v="1503" actId="2696"/>
        <pc:sldMkLst>
          <pc:docMk/>
          <pc:sldMk cId="2707097589" sldId="270"/>
        </pc:sldMkLst>
      </pc:sldChg>
      <pc:sldChg chg="addSp modSp new mod setBg">
        <pc:chgData name="Genesis Grant" userId="d71ac9d2c3568741" providerId="LiveId" clId="{35697AA5-66F0-4CF2-A98C-4BDC78CBBAB4}" dt="2025-03-12T11:41:24.669" v="2981" actId="2711"/>
        <pc:sldMkLst>
          <pc:docMk/>
          <pc:sldMk cId="732592940" sldId="271"/>
        </pc:sldMkLst>
        <pc:spChg chg="mod">
          <ac:chgData name="Genesis Grant" userId="d71ac9d2c3568741" providerId="LiveId" clId="{35697AA5-66F0-4CF2-A98C-4BDC78CBBAB4}" dt="2025-03-12T11:41:24.669" v="2981" actId="2711"/>
          <ac:spMkLst>
            <pc:docMk/>
            <pc:sldMk cId="732592940" sldId="271"/>
            <ac:spMk id="2" creationId="{F787AB31-2E86-2308-B5E8-6A64A6A369F1}"/>
          </ac:spMkLst>
        </pc:spChg>
        <pc:spChg chg="mod">
          <ac:chgData name="Genesis Grant" userId="d71ac9d2c3568741" providerId="LiveId" clId="{35697AA5-66F0-4CF2-A98C-4BDC78CBBAB4}" dt="2025-03-12T11:41:17.836" v="2980" actId="2711"/>
          <ac:spMkLst>
            <pc:docMk/>
            <pc:sldMk cId="732592940" sldId="271"/>
            <ac:spMk id="3" creationId="{C33DBB4B-AD84-AC2B-31EE-5C9CE67369F1}"/>
          </ac:spMkLst>
        </pc:spChg>
        <pc:spChg chg="add">
          <ac:chgData name="Genesis Grant" userId="d71ac9d2c3568741" providerId="LiveId" clId="{35697AA5-66F0-4CF2-A98C-4BDC78CBBAB4}" dt="2025-03-12T11:38:28.985" v="2864" actId="26606"/>
          <ac:spMkLst>
            <pc:docMk/>
            <pc:sldMk cId="732592940" sldId="271"/>
            <ac:spMk id="10" creationId="{32AEEBC8-9D30-42EF-95F2-386C2653FBF0}"/>
          </ac:spMkLst>
        </pc:spChg>
        <pc:spChg chg="add">
          <ac:chgData name="Genesis Grant" userId="d71ac9d2c3568741" providerId="LiveId" clId="{35697AA5-66F0-4CF2-A98C-4BDC78CBBAB4}" dt="2025-03-12T11:38:28.985" v="2864" actId="26606"/>
          <ac:spMkLst>
            <pc:docMk/>
            <pc:sldMk cId="732592940" sldId="271"/>
            <ac:spMk id="12" creationId="{2E92FA66-67D7-4CB4-94D3-E643A9AD4757}"/>
          </ac:spMkLst>
        </pc:spChg>
        <pc:picChg chg="add mod">
          <ac:chgData name="Genesis Grant" userId="d71ac9d2c3568741" providerId="LiveId" clId="{35697AA5-66F0-4CF2-A98C-4BDC78CBBAB4}" dt="2025-03-12T11:38:28.985" v="2864" actId="26606"/>
          <ac:picMkLst>
            <pc:docMk/>
            <pc:sldMk cId="732592940" sldId="271"/>
            <ac:picMk id="5" creationId="{6317A3BE-B5E4-3F87-8FAF-81FEA42A5519}"/>
          </ac:picMkLst>
        </pc:picChg>
      </pc:sldChg>
      <pc:sldChg chg="modSp new mod">
        <pc:chgData name="Genesis Grant" userId="d71ac9d2c3568741" providerId="LiveId" clId="{35697AA5-66F0-4CF2-A98C-4BDC78CBBAB4}" dt="2025-03-12T11:48:37.447" v="3032" actId="20577"/>
        <pc:sldMkLst>
          <pc:docMk/>
          <pc:sldMk cId="3051163173" sldId="272"/>
        </pc:sldMkLst>
        <pc:spChg chg="mod">
          <ac:chgData name="Genesis Grant" userId="d71ac9d2c3568741" providerId="LiveId" clId="{35697AA5-66F0-4CF2-A98C-4BDC78CBBAB4}" dt="2025-03-12T11:41:10.234" v="2979" actId="2711"/>
          <ac:spMkLst>
            <pc:docMk/>
            <pc:sldMk cId="3051163173" sldId="272"/>
            <ac:spMk id="2" creationId="{AB8C91B1-1A9A-9D0C-90B9-04DF1F7D53EA}"/>
          </ac:spMkLst>
        </pc:spChg>
        <pc:spChg chg="mod">
          <ac:chgData name="Genesis Grant" userId="d71ac9d2c3568741" providerId="LiveId" clId="{35697AA5-66F0-4CF2-A98C-4BDC78CBBAB4}" dt="2025-03-12T11:48:37.447" v="3032" actId="20577"/>
          <ac:spMkLst>
            <pc:docMk/>
            <pc:sldMk cId="3051163173" sldId="272"/>
            <ac:spMk id="3" creationId="{D4506B3D-FFFB-B4F0-F642-B23EC4C24F1E}"/>
          </ac:spMkLst>
        </pc:spChg>
      </pc:sldChg>
      <pc:sldChg chg="addSp delSp modSp add mod modNotesTx">
        <pc:chgData name="Genesis Grant" userId="d71ac9d2c3568741" providerId="LiveId" clId="{35697AA5-66F0-4CF2-A98C-4BDC78CBBAB4}" dt="2025-03-12T12:32:29.824" v="3875" actId="1076"/>
        <pc:sldMkLst>
          <pc:docMk/>
          <pc:sldMk cId="2992798302" sldId="273"/>
        </pc:sldMkLst>
        <pc:spChg chg="mod">
          <ac:chgData name="Genesis Grant" userId="d71ac9d2c3568741" providerId="LiveId" clId="{35697AA5-66F0-4CF2-A98C-4BDC78CBBAB4}" dt="2025-03-12T11:51:36.451" v="3138" actId="20577"/>
          <ac:spMkLst>
            <pc:docMk/>
            <pc:sldMk cId="2992798302" sldId="273"/>
            <ac:spMk id="3" creationId="{4607912F-C8BE-24D1-3BE2-E75780EE3B07}"/>
          </ac:spMkLst>
        </pc:spChg>
        <pc:picChg chg="del">
          <ac:chgData name="Genesis Grant" userId="d71ac9d2c3568741" providerId="LiveId" clId="{35697AA5-66F0-4CF2-A98C-4BDC78CBBAB4}" dt="2025-03-12T11:51:01.516" v="3035" actId="478"/>
          <ac:picMkLst>
            <pc:docMk/>
            <pc:sldMk cId="2992798302" sldId="273"/>
            <ac:picMk id="5" creationId="{850F6788-00F7-758C-3725-757E2EB97F5A}"/>
          </ac:picMkLst>
        </pc:picChg>
        <pc:picChg chg="add del mod">
          <ac:chgData name="Genesis Grant" userId="d71ac9d2c3568741" providerId="LiveId" clId="{35697AA5-66F0-4CF2-A98C-4BDC78CBBAB4}" dt="2025-03-12T12:32:21.419" v="3871" actId="478"/>
          <ac:picMkLst>
            <pc:docMk/>
            <pc:sldMk cId="2992798302" sldId="273"/>
            <ac:picMk id="6" creationId="{DD3C5D4E-829C-B961-5CAA-66A6EDAAD6E7}"/>
          </ac:picMkLst>
        </pc:picChg>
        <pc:picChg chg="add mod">
          <ac:chgData name="Genesis Grant" userId="d71ac9d2c3568741" providerId="LiveId" clId="{35697AA5-66F0-4CF2-A98C-4BDC78CBBAB4}" dt="2025-03-12T12:32:29.824" v="3875" actId="1076"/>
          <ac:picMkLst>
            <pc:docMk/>
            <pc:sldMk cId="2992798302" sldId="273"/>
            <ac:picMk id="8" creationId="{916AA679-119A-CCB8-2189-AF619927B45E}"/>
          </ac:picMkLst>
        </pc:picChg>
      </pc:sldChg>
      <pc:sldChg chg="addSp delSp modSp add mod modNotesTx">
        <pc:chgData name="Genesis Grant" userId="d71ac9d2c3568741" providerId="LiveId" clId="{35697AA5-66F0-4CF2-A98C-4BDC78CBBAB4}" dt="2025-03-12T12:14:24.658" v="3735" actId="20577"/>
        <pc:sldMkLst>
          <pc:docMk/>
          <pc:sldMk cId="1622521200" sldId="274"/>
        </pc:sldMkLst>
        <pc:spChg chg="add del mod">
          <ac:chgData name="Genesis Grant" userId="d71ac9d2c3568741" providerId="LiveId" clId="{35697AA5-66F0-4CF2-A98C-4BDC78CBBAB4}" dt="2025-03-12T12:12:47.191" v="3448" actId="22"/>
          <ac:spMkLst>
            <pc:docMk/>
            <pc:sldMk cId="1622521200" sldId="274"/>
            <ac:spMk id="4" creationId="{AB25608E-09CE-BF9E-4303-CFF7599C4579}"/>
          </ac:spMkLst>
        </pc:spChg>
        <pc:picChg chg="del">
          <ac:chgData name="Genesis Grant" userId="d71ac9d2c3568741" providerId="LiveId" clId="{35697AA5-66F0-4CF2-A98C-4BDC78CBBAB4}" dt="2025-03-12T12:12:40.173" v="3447" actId="478"/>
          <ac:picMkLst>
            <pc:docMk/>
            <pc:sldMk cId="1622521200" sldId="274"/>
            <ac:picMk id="5" creationId="{86A9D7AA-14F1-14C0-701F-DB80707FBBA1}"/>
          </ac:picMkLst>
        </pc:picChg>
        <pc:picChg chg="del">
          <ac:chgData name="Genesis Grant" userId="d71ac9d2c3568741" providerId="LiveId" clId="{35697AA5-66F0-4CF2-A98C-4BDC78CBBAB4}" dt="2025-03-12T12:12:48.540" v="3449" actId="478"/>
          <ac:picMkLst>
            <pc:docMk/>
            <pc:sldMk cId="1622521200" sldId="274"/>
            <ac:picMk id="7" creationId="{5516CA26-BD7E-749A-2110-54AE69FD37F9}"/>
          </ac:picMkLst>
        </pc:picChg>
        <pc:picChg chg="add mod ord">
          <ac:chgData name="Genesis Grant" userId="d71ac9d2c3568741" providerId="LiveId" clId="{35697AA5-66F0-4CF2-A98C-4BDC78CBBAB4}" dt="2025-03-12T12:12:57.060" v="3451" actId="1076"/>
          <ac:picMkLst>
            <pc:docMk/>
            <pc:sldMk cId="1622521200" sldId="274"/>
            <ac:picMk id="8" creationId="{0BEC4881-D0A4-04F3-1DF3-058332C337F0}"/>
          </ac:picMkLst>
        </pc:picChg>
      </pc:sldChg>
      <pc:sldChg chg="addSp delSp modSp add mod modNotesTx">
        <pc:chgData name="Genesis Grant" userId="d71ac9d2c3568741" providerId="LiveId" clId="{35697AA5-66F0-4CF2-A98C-4BDC78CBBAB4}" dt="2025-03-12T12:15:39.430" v="3761" actId="20577"/>
        <pc:sldMkLst>
          <pc:docMk/>
          <pc:sldMk cId="908286482" sldId="275"/>
        </pc:sldMkLst>
        <pc:spChg chg="add del mod">
          <ac:chgData name="Genesis Grant" userId="d71ac9d2c3568741" providerId="LiveId" clId="{35697AA5-66F0-4CF2-A98C-4BDC78CBBAB4}" dt="2025-03-12T12:15:15.579" v="3738" actId="22"/>
          <ac:spMkLst>
            <pc:docMk/>
            <pc:sldMk cId="908286482" sldId="275"/>
            <ac:spMk id="4" creationId="{D997830E-2F26-55FA-ACC0-C5035EBE5458}"/>
          </ac:spMkLst>
        </pc:spChg>
        <pc:picChg chg="add mod ord">
          <ac:chgData name="Genesis Grant" userId="d71ac9d2c3568741" providerId="LiveId" clId="{35697AA5-66F0-4CF2-A98C-4BDC78CBBAB4}" dt="2025-03-12T12:15:29.758" v="3742" actId="1076"/>
          <ac:picMkLst>
            <pc:docMk/>
            <pc:sldMk cId="908286482" sldId="275"/>
            <ac:picMk id="6" creationId="{D1676BF8-BD3C-FD3B-FF48-3C017FF331F4}"/>
          </ac:picMkLst>
        </pc:picChg>
        <pc:picChg chg="del">
          <ac:chgData name="Genesis Grant" userId="d71ac9d2c3568741" providerId="LiveId" clId="{35697AA5-66F0-4CF2-A98C-4BDC78CBBAB4}" dt="2025-03-12T12:15:12.921" v="3737" actId="478"/>
          <ac:picMkLst>
            <pc:docMk/>
            <pc:sldMk cId="908286482" sldId="275"/>
            <ac:picMk id="8" creationId="{8E947514-F214-1C72-C2C7-8BF233775A46}"/>
          </ac:picMkLst>
        </pc:picChg>
      </pc:sldChg>
      <pc:sldChg chg="addSp delSp modSp add mod modNotesTx">
        <pc:chgData name="Genesis Grant" userId="d71ac9d2c3568741" providerId="LiveId" clId="{35697AA5-66F0-4CF2-A98C-4BDC78CBBAB4}" dt="2025-03-12T12:17:23.025" v="3777" actId="20577"/>
        <pc:sldMkLst>
          <pc:docMk/>
          <pc:sldMk cId="705383165" sldId="276"/>
        </pc:sldMkLst>
        <pc:spChg chg="add del mod">
          <ac:chgData name="Genesis Grant" userId="d71ac9d2c3568741" providerId="LiveId" clId="{35697AA5-66F0-4CF2-A98C-4BDC78CBBAB4}" dt="2025-03-12T12:16:11.597" v="3766" actId="22"/>
          <ac:spMkLst>
            <pc:docMk/>
            <pc:sldMk cId="705383165" sldId="276"/>
            <ac:spMk id="4" creationId="{7C875BAC-22A1-CAEE-A96D-BB85AA3D323D}"/>
          </ac:spMkLst>
        </pc:spChg>
        <pc:picChg chg="del">
          <ac:chgData name="Genesis Grant" userId="d71ac9d2c3568741" providerId="LiveId" clId="{35697AA5-66F0-4CF2-A98C-4BDC78CBBAB4}" dt="2025-03-12T12:16:05.758" v="3763" actId="478"/>
          <ac:picMkLst>
            <pc:docMk/>
            <pc:sldMk cId="705383165" sldId="276"/>
            <ac:picMk id="6" creationId="{9FBB08C5-4950-D86B-54FE-2BDA5EAE1D7C}"/>
          </ac:picMkLst>
        </pc:picChg>
        <pc:picChg chg="add del">
          <ac:chgData name="Genesis Grant" userId="d71ac9d2c3568741" providerId="LiveId" clId="{35697AA5-66F0-4CF2-A98C-4BDC78CBBAB4}" dt="2025-03-12T12:16:09.597" v="3765" actId="478"/>
          <ac:picMkLst>
            <pc:docMk/>
            <pc:sldMk cId="705383165" sldId="276"/>
            <ac:picMk id="7" creationId="{0D06474B-2C58-57A9-8423-A2D2B54030BD}"/>
          </ac:picMkLst>
        </pc:picChg>
        <pc:picChg chg="add mod ord">
          <ac:chgData name="Genesis Grant" userId="d71ac9d2c3568741" providerId="LiveId" clId="{35697AA5-66F0-4CF2-A98C-4BDC78CBBAB4}" dt="2025-03-12T12:16:18.962" v="3768" actId="1076"/>
          <ac:picMkLst>
            <pc:docMk/>
            <pc:sldMk cId="705383165" sldId="276"/>
            <ac:picMk id="9" creationId="{D679AE57-FD16-5644-7B81-1AE6980762C4}"/>
          </ac:picMkLst>
        </pc:picChg>
      </pc:sldChg>
      <pc:sldChg chg="addSp delSp modSp add mod modNotesTx">
        <pc:chgData name="Genesis Grant" userId="d71ac9d2c3568741" providerId="LiveId" clId="{35697AA5-66F0-4CF2-A98C-4BDC78CBBAB4}" dt="2025-03-12T12:17:26.905" v="3778" actId="20577"/>
        <pc:sldMkLst>
          <pc:docMk/>
          <pc:sldMk cId="3404257289" sldId="277"/>
        </pc:sldMkLst>
        <pc:spChg chg="add del mod">
          <ac:chgData name="Genesis Grant" userId="d71ac9d2c3568741" providerId="LiveId" clId="{35697AA5-66F0-4CF2-A98C-4BDC78CBBAB4}" dt="2025-03-12T12:16:54.818" v="3771" actId="22"/>
          <ac:spMkLst>
            <pc:docMk/>
            <pc:sldMk cId="3404257289" sldId="277"/>
            <ac:spMk id="4" creationId="{A4E66117-C2DB-5C28-06A5-E442EB9E9A23}"/>
          </ac:spMkLst>
        </pc:spChg>
        <pc:picChg chg="add mod ord">
          <ac:chgData name="Genesis Grant" userId="d71ac9d2c3568741" providerId="LiveId" clId="{35697AA5-66F0-4CF2-A98C-4BDC78CBBAB4}" dt="2025-03-12T12:17:10.915" v="3775" actId="1076"/>
          <ac:picMkLst>
            <pc:docMk/>
            <pc:sldMk cId="3404257289" sldId="277"/>
            <ac:picMk id="6" creationId="{1A9B1D0C-2352-AD14-ED2B-B6B832025474}"/>
          </ac:picMkLst>
        </pc:picChg>
        <pc:picChg chg="del">
          <ac:chgData name="Genesis Grant" userId="d71ac9d2c3568741" providerId="LiveId" clId="{35697AA5-66F0-4CF2-A98C-4BDC78CBBAB4}" dt="2025-03-12T12:16:52.403" v="3770" actId="478"/>
          <ac:picMkLst>
            <pc:docMk/>
            <pc:sldMk cId="3404257289" sldId="277"/>
            <ac:picMk id="9" creationId="{68D66D51-828C-BE6D-D0F0-E2E65799A266}"/>
          </ac:picMkLst>
        </pc:picChg>
      </pc:sldChg>
      <pc:sldChg chg="addSp delSp modSp add mod modNotesTx">
        <pc:chgData name="Genesis Grant" userId="d71ac9d2c3568741" providerId="LiveId" clId="{35697AA5-66F0-4CF2-A98C-4BDC78CBBAB4}" dt="2025-03-12T13:26:33.500" v="5354"/>
        <pc:sldMkLst>
          <pc:docMk/>
          <pc:sldMk cId="84726496" sldId="278"/>
        </pc:sldMkLst>
        <pc:spChg chg="add del mod">
          <ac:chgData name="Genesis Grant" userId="d71ac9d2c3568741" providerId="LiveId" clId="{35697AA5-66F0-4CF2-A98C-4BDC78CBBAB4}" dt="2025-03-12T12:17:56.803" v="3781" actId="22"/>
          <ac:spMkLst>
            <pc:docMk/>
            <pc:sldMk cId="84726496" sldId="278"/>
            <ac:spMk id="4" creationId="{0BDB4219-07DB-130D-BE94-8A6C49BCB408}"/>
          </ac:spMkLst>
        </pc:spChg>
        <pc:picChg chg="del">
          <ac:chgData name="Genesis Grant" userId="d71ac9d2c3568741" providerId="LiveId" clId="{35697AA5-66F0-4CF2-A98C-4BDC78CBBAB4}" dt="2025-03-12T12:17:31.338" v="3780" actId="478"/>
          <ac:picMkLst>
            <pc:docMk/>
            <pc:sldMk cId="84726496" sldId="278"/>
            <ac:picMk id="6" creationId="{441CFF6F-7FAD-1251-B298-1B76FE16B071}"/>
          </ac:picMkLst>
        </pc:picChg>
        <pc:picChg chg="add mod ord">
          <ac:chgData name="Genesis Grant" userId="d71ac9d2c3568741" providerId="LiveId" clId="{35697AA5-66F0-4CF2-A98C-4BDC78CBBAB4}" dt="2025-03-12T12:18:09.741" v="3785" actId="1076"/>
          <ac:picMkLst>
            <pc:docMk/>
            <pc:sldMk cId="84726496" sldId="278"/>
            <ac:picMk id="7" creationId="{21AACCB6-CB26-834E-8A0C-E794F6D6BD35}"/>
          </ac:picMkLst>
        </pc:picChg>
      </pc:sldChg>
      <pc:sldChg chg="addSp delSp modSp add mod ord">
        <pc:chgData name="Genesis Grant" userId="d71ac9d2c3568741" providerId="LiveId" clId="{35697AA5-66F0-4CF2-A98C-4BDC78CBBAB4}" dt="2025-03-12T12:25:03.747" v="3812"/>
        <pc:sldMkLst>
          <pc:docMk/>
          <pc:sldMk cId="3629538558" sldId="279"/>
        </pc:sldMkLst>
        <pc:spChg chg="add del mod">
          <ac:chgData name="Genesis Grant" userId="d71ac9d2c3568741" providerId="LiveId" clId="{35697AA5-66F0-4CF2-A98C-4BDC78CBBAB4}" dt="2025-03-12T12:20:55.635" v="3790" actId="478"/>
          <ac:spMkLst>
            <pc:docMk/>
            <pc:sldMk cId="3629538558" sldId="279"/>
            <ac:spMk id="4" creationId="{F993BDBF-BC46-982C-20E6-A07B7AD37C16}"/>
          </ac:spMkLst>
        </pc:spChg>
        <pc:picChg chg="add mod">
          <ac:chgData name="Genesis Grant" userId="d71ac9d2c3568741" providerId="LiveId" clId="{35697AA5-66F0-4CF2-A98C-4BDC78CBBAB4}" dt="2025-03-12T12:21:35.116" v="3796" actId="1076"/>
          <ac:picMkLst>
            <pc:docMk/>
            <pc:sldMk cId="3629538558" sldId="279"/>
            <ac:picMk id="6" creationId="{4779B95C-988D-59D2-2697-46EF36A2999D}"/>
          </ac:picMkLst>
        </pc:picChg>
        <pc:picChg chg="del">
          <ac:chgData name="Genesis Grant" userId="d71ac9d2c3568741" providerId="LiveId" clId="{35697AA5-66F0-4CF2-A98C-4BDC78CBBAB4}" dt="2025-03-12T12:20:50.279" v="3788" actId="478"/>
          <ac:picMkLst>
            <pc:docMk/>
            <pc:sldMk cId="3629538558" sldId="279"/>
            <ac:picMk id="7" creationId="{7DBB2B67-79C6-8980-5737-9AF90FAE4C5A}"/>
          </ac:picMkLst>
        </pc:picChg>
        <pc:picChg chg="add mod">
          <ac:chgData name="Genesis Grant" userId="d71ac9d2c3568741" providerId="LiveId" clId="{35697AA5-66F0-4CF2-A98C-4BDC78CBBAB4}" dt="2025-03-12T12:21:44.364" v="3798" actId="1076"/>
          <ac:picMkLst>
            <pc:docMk/>
            <pc:sldMk cId="3629538558" sldId="279"/>
            <ac:picMk id="9" creationId="{CB9ABA1A-6063-6288-A9C3-9664E92618FC}"/>
          </ac:picMkLst>
        </pc:picChg>
      </pc:sldChg>
      <pc:sldChg chg="addSp delSp modSp add mod ord">
        <pc:chgData name="Genesis Grant" userId="d71ac9d2c3568741" providerId="LiveId" clId="{35697AA5-66F0-4CF2-A98C-4BDC78CBBAB4}" dt="2025-03-12T12:24:59.465" v="3810"/>
        <pc:sldMkLst>
          <pc:docMk/>
          <pc:sldMk cId="3697679518" sldId="280"/>
        </pc:sldMkLst>
        <pc:picChg chg="add mod">
          <ac:chgData name="Genesis Grant" userId="d71ac9d2c3568741" providerId="LiveId" clId="{35697AA5-66F0-4CF2-A98C-4BDC78CBBAB4}" dt="2025-03-12T12:23:27.820" v="3805" actId="1076"/>
          <ac:picMkLst>
            <pc:docMk/>
            <pc:sldMk cId="3697679518" sldId="280"/>
            <ac:picMk id="4" creationId="{A623BAE7-317C-AC0B-CFDB-B30ED30E7C2A}"/>
          </ac:picMkLst>
        </pc:picChg>
        <pc:picChg chg="del">
          <ac:chgData name="Genesis Grant" userId="d71ac9d2c3568741" providerId="LiveId" clId="{35697AA5-66F0-4CF2-A98C-4BDC78CBBAB4}" dt="2025-03-12T12:22:01.985" v="3801" actId="478"/>
          <ac:picMkLst>
            <pc:docMk/>
            <pc:sldMk cId="3697679518" sldId="280"/>
            <ac:picMk id="6" creationId="{EB59ACF0-16A7-0B53-0153-6645B3AC89F4}"/>
          </ac:picMkLst>
        </pc:picChg>
        <pc:picChg chg="add mod">
          <ac:chgData name="Genesis Grant" userId="d71ac9d2c3568741" providerId="LiveId" clId="{35697AA5-66F0-4CF2-A98C-4BDC78CBBAB4}" dt="2025-03-12T12:24:00.420" v="3808" actId="1076"/>
          <ac:picMkLst>
            <pc:docMk/>
            <pc:sldMk cId="3697679518" sldId="280"/>
            <ac:picMk id="7" creationId="{15B8DB80-402A-566D-0080-42461A52EDD0}"/>
          </ac:picMkLst>
        </pc:picChg>
        <pc:picChg chg="del">
          <ac:chgData name="Genesis Grant" userId="d71ac9d2c3568741" providerId="LiveId" clId="{35697AA5-66F0-4CF2-A98C-4BDC78CBBAB4}" dt="2025-03-12T12:22:00.084" v="3800" actId="478"/>
          <ac:picMkLst>
            <pc:docMk/>
            <pc:sldMk cId="3697679518" sldId="280"/>
            <ac:picMk id="9" creationId="{C23C2D06-3B45-0AD2-F859-2BDF583EA3E3}"/>
          </ac:picMkLst>
        </pc:picChg>
      </pc:sldChg>
      <pc:sldChg chg="modSp new mod modNotesTx">
        <pc:chgData name="Genesis Grant" userId="d71ac9d2c3568741" providerId="LiveId" clId="{35697AA5-66F0-4CF2-A98C-4BDC78CBBAB4}" dt="2025-03-12T21:37:54.425" v="5362" actId="2711"/>
        <pc:sldMkLst>
          <pc:docMk/>
          <pc:sldMk cId="1228118308" sldId="281"/>
        </pc:sldMkLst>
        <pc:spChg chg="mod">
          <ac:chgData name="Genesis Grant" userId="d71ac9d2c3568741" providerId="LiveId" clId="{35697AA5-66F0-4CF2-A98C-4BDC78CBBAB4}" dt="2025-03-12T21:37:54.425" v="5362" actId="2711"/>
          <ac:spMkLst>
            <pc:docMk/>
            <pc:sldMk cId="1228118308" sldId="281"/>
            <ac:spMk id="2" creationId="{86EFB2A0-E621-F7A6-C509-325D2A47222F}"/>
          </ac:spMkLst>
        </pc:spChg>
        <pc:spChg chg="mod">
          <ac:chgData name="Genesis Grant" userId="d71ac9d2c3568741" providerId="LiveId" clId="{35697AA5-66F0-4CF2-A98C-4BDC78CBBAB4}" dt="2025-03-12T21:37:49.988" v="5361" actId="2711"/>
          <ac:spMkLst>
            <pc:docMk/>
            <pc:sldMk cId="1228118308" sldId="281"/>
            <ac:spMk id="3" creationId="{522605F2-2BCB-38E5-9E0C-6120D633EB82}"/>
          </ac:spMkLst>
        </pc:spChg>
      </pc:sldChg>
      <pc:sldChg chg="modSp new mod modNotesTx">
        <pc:chgData name="Genesis Grant" userId="d71ac9d2c3568741" providerId="LiveId" clId="{35697AA5-66F0-4CF2-A98C-4BDC78CBBAB4}" dt="2025-03-12T21:37:43.852" v="5360" actId="2711"/>
        <pc:sldMkLst>
          <pc:docMk/>
          <pc:sldMk cId="3036401188" sldId="282"/>
        </pc:sldMkLst>
        <pc:spChg chg="mod">
          <ac:chgData name="Genesis Grant" userId="d71ac9d2c3568741" providerId="LiveId" clId="{35697AA5-66F0-4CF2-A98C-4BDC78CBBAB4}" dt="2025-03-12T21:36:10.162" v="5359" actId="2711"/>
          <ac:spMkLst>
            <pc:docMk/>
            <pc:sldMk cId="3036401188" sldId="282"/>
            <ac:spMk id="2" creationId="{D011D215-9D55-2BFF-578B-9C955D91B5FF}"/>
          </ac:spMkLst>
        </pc:spChg>
        <pc:spChg chg="mod">
          <ac:chgData name="Genesis Grant" userId="d71ac9d2c3568741" providerId="LiveId" clId="{35697AA5-66F0-4CF2-A98C-4BDC78CBBAB4}" dt="2025-03-12T21:37:43.852" v="5360" actId="2711"/>
          <ac:spMkLst>
            <pc:docMk/>
            <pc:sldMk cId="3036401188" sldId="282"/>
            <ac:spMk id="3" creationId="{251CCDE2-C3E8-CAAC-F29A-8CDD55CF35D6}"/>
          </ac:spMkLst>
        </pc:spChg>
      </pc:sldChg>
      <pc:sldChg chg="modSp new del mod modNotesTx">
        <pc:chgData name="Genesis Grant" userId="d71ac9d2c3568741" providerId="LiveId" clId="{35697AA5-66F0-4CF2-A98C-4BDC78CBBAB4}" dt="2025-03-12T20:53:29.208" v="5358" actId="2696"/>
        <pc:sldMkLst>
          <pc:docMk/>
          <pc:sldMk cId="740031328" sldId="283"/>
        </pc:sldMkLst>
        <pc:spChg chg="mod">
          <ac:chgData name="Genesis Grant" userId="d71ac9d2c3568741" providerId="LiveId" clId="{35697AA5-66F0-4CF2-A98C-4BDC78CBBAB4}" dt="2025-03-12T12:26:40.248" v="3861" actId="20577"/>
          <ac:spMkLst>
            <pc:docMk/>
            <pc:sldMk cId="740031328" sldId="283"/>
            <ac:spMk id="2" creationId="{69CDCF6B-8865-0FA3-5AA4-2AE450B7346B}"/>
          </ac:spMkLst>
        </pc:spChg>
      </pc:sldChg>
      <pc:sldChg chg="new add del">
        <pc:chgData name="Genesis Grant" userId="d71ac9d2c3568741" providerId="LiveId" clId="{35697AA5-66F0-4CF2-A98C-4BDC78CBBAB4}" dt="2025-03-12T12:32:52.729" v="3876" actId="2696"/>
        <pc:sldMkLst>
          <pc:docMk/>
          <pc:sldMk cId="2440480270" sldId="284"/>
        </pc:sldMkLst>
      </pc:sldChg>
      <pc:sldChg chg="modSp add del mod">
        <pc:chgData name="Genesis Grant" userId="d71ac9d2c3568741" providerId="LiveId" clId="{35697AA5-66F0-4CF2-A98C-4BDC78CBBAB4}" dt="2025-03-12T13:06:57.232" v="5317" actId="2696"/>
        <pc:sldMkLst>
          <pc:docMk/>
          <pc:sldMk cId="2574595195" sldId="284"/>
        </pc:sldMkLst>
        <pc:spChg chg="mod">
          <ac:chgData name="Genesis Grant" userId="d71ac9d2c3568741" providerId="LiveId" clId="{35697AA5-66F0-4CF2-A98C-4BDC78CBBAB4}" dt="2025-03-12T12:58:24.733" v="4962" actId="20577"/>
          <ac:spMkLst>
            <pc:docMk/>
            <pc:sldMk cId="2574595195" sldId="284"/>
            <ac:spMk id="3" creationId="{2EFE359A-7225-913E-C0EC-40D99EC0628B}"/>
          </ac:spMkLst>
        </pc:spChg>
      </pc:sldChg>
      <pc:sldChg chg="addSp delSp modSp new mod">
        <pc:chgData name="Genesis Grant" userId="d71ac9d2c3568741" providerId="LiveId" clId="{35697AA5-66F0-4CF2-A98C-4BDC78CBBAB4}" dt="2025-03-12T13:26:45.176" v="5357" actId="1076"/>
        <pc:sldMkLst>
          <pc:docMk/>
          <pc:sldMk cId="2626110438" sldId="284"/>
        </pc:sldMkLst>
        <pc:spChg chg="mod">
          <ac:chgData name="Genesis Grant" userId="d71ac9d2c3568741" providerId="LiveId" clId="{35697AA5-66F0-4CF2-A98C-4BDC78CBBAB4}" dt="2025-03-12T13:26:45.176" v="5357" actId="1076"/>
          <ac:spMkLst>
            <pc:docMk/>
            <pc:sldMk cId="2626110438" sldId="284"/>
            <ac:spMk id="2" creationId="{3487250F-3E61-4CC0-C824-CC1EF2E73153}"/>
          </ac:spMkLst>
        </pc:spChg>
        <pc:spChg chg="del">
          <ac:chgData name="Genesis Grant" userId="d71ac9d2c3568741" providerId="LiveId" clId="{35697AA5-66F0-4CF2-A98C-4BDC78CBBAB4}" dt="2025-03-12T13:25:54.170" v="5351" actId="22"/>
          <ac:spMkLst>
            <pc:docMk/>
            <pc:sldMk cId="2626110438" sldId="284"/>
            <ac:spMk id="3" creationId="{ADF4B12F-9A1F-F0F3-9B5F-3C8A151B5D30}"/>
          </ac:spMkLst>
        </pc:spChg>
        <pc:picChg chg="add mod ord">
          <ac:chgData name="Genesis Grant" userId="d71ac9d2c3568741" providerId="LiveId" clId="{35697AA5-66F0-4CF2-A98C-4BDC78CBBAB4}" dt="2025-03-12T13:25:59.835" v="5353" actId="1076"/>
          <ac:picMkLst>
            <pc:docMk/>
            <pc:sldMk cId="2626110438" sldId="284"/>
            <ac:picMk id="5" creationId="{7FFB3500-7996-6AA4-C9FB-912A5C28D5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322E1-898B-4FC6-83CD-E2B0620D715F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B5194-A0CD-40B4-87B7-CF1338E0A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4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data about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U.S. income, poverty, health insurance, employment, demographics, and participation in government programs, used to analyze social and economic trends.</a:t>
            </a:r>
            <a:endParaRPr lang="en-US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4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"PERIDNUM“ – unique identifier #</a:t>
            </a:r>
          </a:p>
          <a:p>
            <a:r>
              <a:rPr lang="en-US" dirty="0"/>
              <a:t>"A_AGE“ - age</a:t>
            </a:r>
          </a:p>
          <a:p>
            <a:r>
              <a:rPr lang="en-US" dirty="0"/>
              <a:t>"A_HGA“ – Educational Attainment</a:t>
            </a:r>
          </a:p>
          <a:p>
            <a:r>
              <a:rPr lang="en-US" dirty="0"/>
              <a:t>"A_SEX“ – sex</a:t>
            </a:r>
          </a:p>
          <a:p>
            <a:r>
              <a:rPr lang="en-US" dirty="0"/>
              <a:t>"PECERT1“ - Do you have a currently active professional certification or a state</a:t>
            </a:r>
          </a:p>
          <a:p>
            <a:r>
              <a:rPr lang="en-US" dirty="0"/>
              <a:t>or industry license?</a:t>
            </a:r>
          </a:p>
          <a:p>
            <a:r>
              <a:rPr lang="en-US" dirty="0"/>
              <a:t>"A_MJIND“ – major industry code</a:t>
            </a:r>
          </a:p>
          <a:p>
            <a:r>
              <a:rPr lang="en-US" dirty="0"/>
              <a:t>"PEARNVAL“ –  total persons earnings</a:t>
            </a:r>
          </a:p>
          <a:p>
            <a:r>
              <a:rPr lang="en-US" dirty="0"/>
              <a:t>"A_LFSR“ – labor force status recode  (working?, unemployed?, etc.)</a:t>
            </a:r>
          </a:p>
          <a:p>
            <a:r>
              <a:rPr lang="en-US" dirty="0"/>
              <a:t>"PRDTRACE“ – Race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am I measuring wage disparity?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30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 no significant value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79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E16B-50C8-4EC7-376B-A85F9B07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A55C0-6674-F3BA-1CC7-BAABE2672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CEF57-792B-2A68-CD59-D3BDE714D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-distribution of employed persons vs unemployed persons</a:t>
            </a:r>
          </a:p>
          <a:p>
            <a:r>
              <a:rPr lang="en-US" dirty="0"/>
              <a:t>-right is ratio of values in population</a:t>
            </a:r>
          </a:p>
          <a:p>
            <a:r>
              <a:rPr lang="en-US" dirty="0"/>
              <a:t>-US unemployment rate is 4%, sample reflects accurate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11184-8296-B4DE-4B18-E0EACB787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09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78AC-87CF-AAE3-4AD9-251EC0E04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73399-50AB-1881-8D94-96163E500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C8295-7CEE-31EB-CF7A-AD7503F3C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-looking at individual income more closely</a:t>
            </a:r>
          </a:p>
          <a:p>
            <a:r>
              <a:rPr lang="en-US" dirty="0"/>
              <a:t>-unemployment still the same (3.7, roughly 4)</a:t>
            </a:r>
          </a:p>
          <a:p>
            <a:r>
              <a:rPr lang="en-US" dirty="0"/>
              <a:t>-new categories (employed vs underemployed)</a:t>
            </a:r>
          </a:p>
          <a:p>
            <a:r>
              <a:rPr lang="en-US" dirty="0"/>
              <a:t>-underemployed takes over 50% of population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2006F-41B7-13B5-0E29-C3C5E403B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51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7F11F-FB94-DE18-CD07-DC1727A6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67458-FA33-430E-DF66-376F4A573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ABAFB-E217-669D-E81D-7C1B95EF3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-Age specific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B68D6-4CB9-07A1-8FA7-377DE635B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36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5E48-65FD-E8DF-51DD-F4344E0A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E9959-392C-FA21-4F88-55043B792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993CB-31CB-F3B8-EBCE-E35C1C3CE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11592-2057-1141-6A84-A1E7554B9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15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B12DF-F286-0842-1584-427FCAA3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62A4E-0607-C65C-EDDE-6DC670270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B36E7-728A-5D0A-2F93-2D99F6E1F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F5E3F-B47A-3148-9FD5-FE04EE0FB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42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26109-B834-B1BA-309D-2FBE128A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44CDB-2EF9-1C39-6C18-E01D09AD0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926EB-46B9-EDA1-60E4-1E9B91CDE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F2A3E-4578-3AA6-E36E-221746226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01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7C83-5E9B-B77B-69A5-AF27D8BE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6C043-8BB0-6C9F-BC8C-9F7927E37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89C71-FB0D-9B2B-2597-793AC80C4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1C1B4-232C-A2D5-7BD8-DD335AD40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92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70E8-02C4-A01E-FFD1-87E115CF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D1AD5-FE65-0266-9866-322B10A35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F3E23-7937-0ED4-36D3-869DEE41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you have a currently active professional certification or a state or industry license?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C26CC-2605-B5E4-21F6-88440385E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00200" marR="0" lvl="3" indent="-228600">
              <a:lnSpc>
                <a:spcPct val="107000"/>
              </a:lnSpc>
              <a:spcAft>
                <a:spcPts val="1000"/>
              </a:spcAft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did you learn from the data?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Aft>
                <a:spcPts val="1000"/>
              </a:spcAft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some actionable insights based on what you have learned from the data?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Aft>
                <a:spcPts val="1000"/>
              </a:spcAft>
              <a:buFont typeface="Wingdings" panose="05000000000000000000" pitchFamily="2" charset="2"/>
              <a:buChar char="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the data analysis, what realistic steps can be taken to address the problems and project objectives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marR="0" lvl="3" indent="-228600">
              <a:lnSpc>
                <a:spcPct val="107000"/>
              </a:lnSpc>
              <a:spcAft>
                <a:spcPts val="1000"/>
              </a:spcAft>
              <a:buFont typeface="Wingdings" panose="05000000000000000000" pitchFamily="2" charset="2"/>
              <a:buChar char="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 the insights to the data!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22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Challenges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 any project challenges and pitfalls.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would the Team do differently next time?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had more time, what more would the Team do to achieve the project goals and objectives?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Projects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would you do differently if you had more time?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some suggestions for future data analytics, projects etc.?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B5194-A0CD-40B4-87B7-CF1338E0A1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FA2E2-C897-A9A8-8999-ED87CC2EF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B0F7D-84E4-2320-698D-B42648C85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B1D5A-D06D-CDB7-009A-6F82D6EFA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58F28-E7D4-CD96-C95F-43B3AD3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36FE-6098-F68D-811C-75685BAF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F62C-70F1-0DC0-5176-C452FDA0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D3C22-FA94-BBF3-E498-8AD7FAAB4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AAD41-3B54-5B8F-D29D-3D259AC3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1A6DD-57B7-DA9A-7F70-20D36277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95586-8743-C40D-EF84-014C7D23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8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A280A-23A1-B1B5-7564-B6F1E25D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0E210-F589-79B5-AF38-205CD4F83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59204-09CA-510C-84D7-86786265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D1974-4ACA-206B-F0B0-97F59281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B9A7C-D225-5A91-C7F3-1C5BCCAC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4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DB6F6-8A47-0733-46B1-20A70FC5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FAC4A-31B4-85D1-7998-1E4070949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4F2B3-55A8-C053-BFA2-53C9CF036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62889-7144-FE34-A35C-E7E9697F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9E737-3EC4-F8CB-6AAC-58F3D984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F6169-C7F9-225D-BBB9-64A207EE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2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CF03-BB95-6005-5D32-08CAEAB7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0748E-6BC6-FFA3-8EC1-8F78C0328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68ABF-9612-E776-BD33-1900403FE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83BD7-95CC-284E-3ABE-3423671B1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FC52B-CE3C-CC9E-FF4D-E1835C540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C7164-182E-70CD-59E9-62AD8300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1E916-35E4-70C2-2554-465DFC6E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6BEC4-A624-48C0-8091-EA9B70D1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81DA-6ACD-201E-B43B-EE5BA86B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C47AC-0B50-7BF5-C6EE-E6A814F2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1858D-227A-9A3B-759D-20C00EAA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C8D17-5ADA-4898-EBBD-DE1F1EF8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9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69554-9209-ABF5-1DED-A83430186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EA6E8-B44F-6BF0-6766-5EF200CF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B0C11-2B25-435C-2A49-BBFD917D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DE1F-6C6B-08C0-BFDD-6606AE93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7E85-CBB2-A8E0-822B-B61FC1125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953DC-A47A-C587-F41F-7EAF4197C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FAB16-4D1D-F4DE-3862-E14F65D32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1847E-3074-DA00-562D-99F555E2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A636A-54A6-0B2F-7E61-2AE79CCD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32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051C8-EC99-488B-4AB0-4636E247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8CE18-178F-B4FD-6B7C-D4C80051C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7E549-0A2C-794E-652B-1A8A4B55E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BFD56-084F-3915-9E75-7AF611AA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378C5-C19C-48BF-8592-E7CC846A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E32C0-F036-E269-271C-796A1B2F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0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1141-522B-9266-C4F9-BADB8AE8E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D2544-6FF0-B5A1-DA19-0C78FB0B7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B295E-6737-51DD-7B4A-7E9D73DE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9B121-DE82-1937-9FE2-6E804937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68C83-CB3B-F861-D745-BC851F34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6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38941-17D2-B8BE-7A40-4FDFF77AC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03AA-3C14-151F-F6F4-52E200B8E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AF94F-3231-82E1-1E8C-8D829336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5FEA8-139D-33F1-B709-FED4DDA2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08E3E-4AD6-592E-DB15-194F7266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5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E1D14-CE40-EC64-A5DC-F0D29B40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4BFDC-F72A-64B0-F828-8D15E4FBD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11990-3233-F3B0-8881-F606D67A7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4ED5F-174E-42D4-AA4E-2F1A9C57D63C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46B2F-10F0-F50D-78D0-B08E87540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0175-29F8-F63D-D3FF-B84D25515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557FD-CEE5-4993-A4B5-2AC0B7279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2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nsus.gov/data/datasets/time-series/demo/cps/cps-asec.html" TargetMode="External"/><Relationship Id="rId2" Type="http://schemas.openxmlformats.org/officeDocument/2006/relationships/hyperlink" Target="https://www2.census.gov/programs-surveys/cps/datasets/2024/march/asec2024_ddl_pub_full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ff.org/about/our-vision/" TargetMode="External"/><Relationship Id="rId2" Type="http://schemas.openxmlformats.org/officeDocument/2006/relationships/hyperlink" Target="https://www.luminafoundation.org/abou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2.census.gov/programs-surveys/cps/techdocs/cpsmar2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179F-B4F7-B920-B52A-3FEDB1C6A6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Wage Disparities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C52CF-3705-4E72-5143-35C10DC59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Genesis Grant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CTEC 426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05ABBD-B499-00C2-EBE4-39CDC0DA2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"Analyzing Wage Disparities Across Demographics and Occupation Groups"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70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EACF2-4105-C52F-C15E-8F62D4FEC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How does employments status compare between different demographics?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Employment status fluctuates for various reasons</a:t>
            </a:r>
          </a:p>
          <a:p>
            <a:pPr lvl="1"/>
            <a:r>
              <a:rPr lang="en-US" dirty="0">
                <a:latin typeface="Times New Roman"/>
                <a:ea typeface="+mn-lt"/>
                <a:cs typeface="+mn-lt"/>
              </a:rPr>
              <a:t>Employed, Underemployed, Unemployed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Structural unemployment: mismatch between skills, societal fluctuations and available jobs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Education, gender, age, etc. play a key roles in employment opportunities</a:t>
            </a:r>
          </a:p>
          <a:p>
            <a:endParaRPr lang="en-US" dirty="0">
              <a:latin typeface="Times New Roman"/>
              <a:ea typeface="+mn-lt"/>
              <a:cs typeface="+mn-lt"/>
            </a:endParaRPr>
          </a:p>
          <a:p>
            <a:endParaRPr lang="en-US" dirty="0">
              <a:latin typeface="Times New Roman"/>
              <a:ea typeface="+mn-lt"/>
              <a:cs typeface="+mn-lt"/>
            </a:endParaRPr>
          </a:p>
          <a:p>
            <a:endParaRPr lang="en-US" dirty="0">
              <a:latin typeface="Times New Roman"/>
              <a:ea typeface="+mn-lt"/>
              <a:cs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5EB210-29FF-615D-6CBF-D74EF946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Social Impact Topic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78152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22DC42-2B60-E5B7-11B2-36FE9284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/>
            <a:r>
              <a:rPr lang="en-US" sz="5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Interested Organizations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6B71EF8-D949-A2DC-B08D-9C386ADB3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441" y="1608288"/>
            <a:ext cx="4780302" cy="319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83CC753-05EF-A387-51D9-EEDEBFB1A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0894" y="2225525"/>
            <a:ext cx="5550005" cy="19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D1525B-B7D6-149E-9849-62B2AFD330A2}"/>
              </a:ext>
            </a:extLst>
          </p:cNvPr>
          <p:cNvSpPr txBox="1"/>
          <p:nvPr/>
        </p:nvSpPr>
        <p:spPr>
          <a:xfrm>
            <a:off x="701101" y="4470258"/>
            <a:ext cx="41822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research, advocate for policy changes, and support initiatives that help underserved communities gain better educational opportunities and workforce skills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A797C-9337-17A3-C778-8614F6422EB3}"/>
              </a:ext>
            </a:extLst>
          </p:cNvPr>
          <p:cNvSpPr txBox="1"/>
          <p:nvPr/>
        </p:nvSpPr>
        <p:spPr>
          <a:xfrm>
            <a:off x="6624768" y="4609155"/>
            <a:ext cx="41822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career pathways, workforce training, and education reform, particularly for low-income and underserved populations. JFF partners with employers, educators, and policymakers to create programs that connect education to high-demand jobs.</a:t>
            </a:r>
          </a:p>
        </p:txBody>
      </p:sp>
    </p:spTree>
    <p:extLst>
      <p:ext uri="{BB962C8B-B14F-4D97-AF65-F5344CB8AC3E}">
        <p14:creationId xmlns:p14="http://schemas.microsoft.com/office/powerpoint/2010/main" val="34806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6CF1A-9CD4-062B-E6C6-757FE8957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employment status change with different levels of education?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employment status vary by age, gender, or race?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type of degree or field of study impact unemployment and earnings?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income gap between those with and without higher education over a lifetime?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392139-16A2-B809-1968-4922CF741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</a:pP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Questions?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244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485F-A813-596F-9DB7-DF0A368C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Bureau of Labor Statistics: Current Population Survey : </a:t>
            </a:r>
            <a:r>
              <a:rPr lang="en-US" b="0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Annual Social and Economic Supplements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Codebook: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https://www2.census.gov/programs-surveys/cps/datasets/2024/march/asec2024_ddl_pub_full.pdf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https://www.census.gov/data/datasets/time-series/demo/cps/cps-asec.html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777234-37FF-1384-0134-000F3A26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</a:pPr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Data Sources &amp; Sets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4AB6E-ADB7-A35C-F959-64E9A2128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4281488"/>
            <a:ext cx="381000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4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453F-1F91-5BB7-3B6B-EA9D91F6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73E-46C9-217F-8E03-656682660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Bureau of Labor Statistics: </a:t>
            </a:r>
            <a:r>
              <a:rPr lang="en-US" b="0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Annual Social and Economic Supplements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US census data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used to analyze social and economic trends.</a:t>
            </a:r>
            <a:endParaRPr lang="en-US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Collected annually </a:t>
            </a:r>
          </a:p>
          <a:p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Survey, beginning in 1976, given to households, families and individual persons detailing employment information as well as other supplemental information</a:t>
            </a:r>
          </a:p>
          <a:p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Instance: Individual/Person, Household or Family</a:t>
            </a:r>
          </a:p>
          <a:p>
            <a:pPr marL="0" indent="0">
              <a:buNone/>
            </a:pPr>
            <a:endParaRPr lang="en-US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b="0" i="0" dirty="0">
              <a:solidFill>
                <a:srgbClr val="13131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dirty="0">
              <a:solidFill>
                <a:srgbClr val="13131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19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35E4-6263-95E2-2690-41614584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FF47B-52DD-4A1D-107D-2AAE5348C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labeled 2024 will consist of data from the 2023 year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2023-2024 will be used to show most recent trends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‘Persons’ table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comes with 3 tables: Household, Family, Persons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Persons will show individual education levels and demographics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data on age, education, employed/unemployed, median income level, demographics (gender, race, etc.)</a:t>
            </a:r>
          </a:p>
        </p:txBody>
      </p:sp>
    </p:spTree>
    <p:extLst>
      <p:ext uri="{BB962C8B-B14F-4D97-AF65-F5344CB8AC3E}">
        <p14:creationId xmlns:p14="http://schemas.microsoft.com/office/powerpoint/2010/main" val="394664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F171-6C7D-67D5-83FB-1201F0FA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94009-8B91-6E50-E89F-A798805E1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Persons/Individual data only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Features:"PERIDNUM","A_AGE","A_HGA","A_SEX","PECERT1","A_MJIND","PEARNVAL","A_LFSR","PRDTRACE“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features describe specific demographic details that can be further analyzed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Rows: 144265 , Columns: 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wage, new feature created from PEARNVAL :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Pearnval_R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(Total Persons Earnings Recoded)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Individual Salary in 2024: $59,228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(&gt;$59,228) vs. Underemployed (&lt;$59,228) vs. Unemployed($0)</a:t>
            </a:r>
          </a:p>
        </p:txBody>
      </p:sp>
    </p:spTree>
    <p:extLst>
      <p:ext uri="{BB962C8B-B14F-4D97-AF65-F5344CB8AC3E}">
        <p14:creationId xmlns:p14="http://schemas.microsoft.com/office/powerpoint/2010/main" val="1383263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7AB31-2E86-2308-B5E8-6A64A6A3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	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DBB4B-AD84-AC2B-31EE-5C9CE6736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variable entries, to smaller groups and more manageable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7A3BE-B5E4-3F87-8FAF-81FEA42A5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89" y="2290936"/>
            <a:ext cx="10284029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9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FF851-63EE-8EF7-74DE-4A0C05C5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6D92AC-641C-2128-44BB-D71940B2F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0387C-2AE7-89D9-BACC-9B594E88E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	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5D28A5A-6B93-928D-72E8-F5EA1E90C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7912F-C8BE-24D1-3BE2-E75780EE3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miscellaneous values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6AA679-119A-CCB8-2189-AF619927B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88" y="2929666"/>
            <a:ext cx="10326209" cy="20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98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91B1-1A9A-9D0C-90B9-04DF1F7D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we analyzing?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06B3D-FFFB-B4F0-F642-B23EC4C2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How does employment status compare between different demographics?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Individual specific data 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Employment status fluctuates for various reasons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(&gt;$59,228) vs. Underemployed (&lt;$59,228) vs. Unemployed($0)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/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16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4393-6994-8229-2988-41A4BEA5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B421-BF34-F5D9-602B-656F076B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0A5C8B-BCAB-1E1C-9059-1B07F90D8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5719" y="1690688"/>
            <a:ext cx="4090094" cy="412586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CBCE25-84C6-F17E-932F-EE942475C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577" y="2696429"/>
            <a:ext cx="3026885" cy="146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72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0B4D-8F88-CA31-0776-DCEA5E6DD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90E10-A8E1-A326-663F-E3D168007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EC4881-D0A4-04F3-1DF3-058332C33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2541" y="1802747"/>
            <a:ext cx="6424956" cy="4225310"/>
          </a:xfrm>
        </p:spPr>
      </p:pic>
    </p:spTree>
    <p:extLst>
      <p:ext uri="{BB962C8B-B14F-4D97-AF65-F5344CB8AC3E}">
        <p14:creationId xmlns:p14="http://schemas.microsoft.com/office/powerpoint/2010/main" val="1622521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5E093-9A38-B189-8323-4728008D1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FE67-3F1F-B130-CAD1-848E8945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676BF8-BD3C-FD3B-FF48-3C017FF33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0165" y="1349344"/>
            <a:ext cx="7206300" cy="5143531"/>
          </a:xfrm>
        </p:spPr>
      </p:pic>
    </p:spTree>
    <p:extLst>
      <p:ext uri="{BB962C8B-B14F-4D97-AF65-F5344CB8AC3E}">
        <p14:creationId xmlns:p14="http://schemas.microsoft.com/office/powerpoint/2010/main" val="908286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F6102-A775-5FC7-F98D-8F810B9E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4473-5DB1-54F3-CC20-60B5DBAE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79AE57-FD16-5644-7B81-1AE698076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7390" y="1478845"/>
            <a:ext cx="6820796" cy="5176257"/>
          </a:xfrm>
        </p:spPr>
      </p:pic>
    </p:spTree>
    <p:extLst>
      <p:ext uri="{BB962C8B-B14F-4D97-AF65-F5344CB8AC3E}">
        <p14:creationId xmlns:p14="http://schemas.microsoft.com/office/powerpoint/2010/main" val="705383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2080-1E90-9BBD-AFBA-FAADE8479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CB44-2850-5B12-3096-41912C09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9B1D0C-2352-AD14-ED2B-B6B832025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3694" y="1475859"/>
            <a:ext cx="9269243" cy="5382141"/>
          </a:xfrm>
        </p:spPr>
      </p:pic>
    </p:spTree>
    <p:extLst>
      <p:ext uri="{BB962C8B-B14F-4D97-AF65-F5344CB8AC3E}">
        <p14:creationId xmlns:p14="http://schemas.microsoft.com/office/powerpoint/2010/main" val="3404257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71D4-B671-D916-780E-BCA1A0C6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A005-4BF3-CEB8-D229-A0F22543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3BAE7-317C-AC0B-CFDB-B30ED30E7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391" y="1858877"/>
            <a:ext cx="8319218" cy="4920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B8DB80-402A-566D-0080-42461A52E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98" y="1311685"/>
            <a:ext cx="11908204" cy="46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79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50E0-39A5-075C-F0A4-EF068608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D748-5776-0C46-8308-0D85BB67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79B95C-988D-59D2-2697-46EF36A29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815" y="1431401"/>
            <a:ext cx="9696370" cy="440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9ABA1A-6063-6288-A9C3-9664E9261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407" y="2166561"/>
            <a:ext cx="8235186" cy="469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38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4B5D2-23A7-9332-8802-6FA279B6D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F49-4183-2CF9-A555-D507A346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AACCB6-CB26-834E-8A0C-E794F6D6B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10515599" cy="4673599"/>
          </a:xfrm>
        </p:spPr>
      </p:pic>
    </p:spTree>
    <p:extLst>
      <p:ext uri="{BB962C8B-B14F-4D97-AF65-F5344CB8AC3E}">
        <p14:creationId xmlns:p14="http://schemas.microsoft.com/office/powerpoint/2010/main" val="84726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250F-3E61-4CC0-C824-CC1EF2E7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63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 have a currently active professional certification or a state or industry license?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FB3500-7996-6AA4-C9FB-912A5C28D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5988" y="2091558"/>
            <a:ext cx="6515275" cy="3232958"/>
          </a:xfrm>
        </p:spPr>
      </p:pic>
    </p:spTree>
    <p:extLst>
      <p:ext uri="{BB962C8B-B14F-4D97-AF65-F5344CB8AC3E}">
        <p14:creationId xmlns:p14="http://schemas.microsoft.com/office/powerpoint/2010/main" val="2626110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D215-9D55-2BFF-578B-9C955D91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CCDE2-C3E8-CAAC-F29A-8CDD55CF3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with certifications and higher education tend to earn higher wages, but disparities remain across race and gender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Women’s population is significantly more underemployed compared to men’s population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and Asian populations tend to make more than the Black and Native American populations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status varies dependent on industry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Arts, Entertainment, Food service vs Mining and Oil &amp; Gas Extraction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awareness for demographics affected by wage disparity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Programs, jobs offer retraining or education related incentives, increase access and affordability for underrepresented groups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01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B2A0-E621-F7A6-C509-325D2A47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605F2-2BCB-38E5-9E0C-6120D633E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Managing lots of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Finetune visualizations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Intake more specific features for further analysis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ratio in specific major industries, Race ratio in higher education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118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66FE-D20B-3236-8A39-07254BEE3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Matthew. (2023, November 7). About Lumina Foundation. Lumina Foundation.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https://www.luminafoundation.org/about/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for the Future. (2024, July 22). Our vision - Jobs for the Future (JFF). Jobs for the Future (JFF).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https://www.jff.org/about/our-vision/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Population Survey, 2024 Annual Social and Economic (ASEC) supplement. (2024). [Report]. U.S. Census Bureau.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https://www2.census.gov/programs-surveys/cps/techdocs/cpsmar24.pdf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7B82B4-AB51-040E-74DF-0E1D8AE9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4318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9239</TotalTime>
  <Words>1174</Words>
  <Application>Microsoft Office PowerPoint</Application>
  <PresentationFormat>Widescreen</PresentationFormat>
  <Paragraphs>134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 Theme</vt:lpstr>
      <vt:lpstr>Analyzing Wage Disparities</vt:lpstr>
      <vt:lpstr>Introduction to Social Impact Topic </vt:lpstr>
      <vt:lpstr>Interested Organizations</vt:lpstr>
      <vt:lpstr>Data Questions?</vt:lpstr>
      <vt:lpstr>Data Sources &amp; Sets</vt:lpstr>
      <vt:lpstr>Data Overview</vt:lpstr>
      <vt:lpstr>Data Ingestion </vt:lpstr>
      <vt:lpstr>Data Wrangling</vt:lpstr>
      <vt:lpstr>Feature Engineering </vt:lpstr>
      <vt:lpstr>Feature Engineering </vt:lpstr>
      <vt:lpstr>What are we analyzing?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Exploratory Data Analysis (EDA)</vt:lpstr>
      <vt:lpstr>Do you have a currently active professional certification or a state or industry license? </vt:lpstr>
      <vt:lpstr>Data Insights</vt:lpstr>
      <vt:lpstr>Reflections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Genesis Grant</dc:creator>
  <cp:lastModifiedBy>Genesis Grant</cp:lastModifiedBy>
  <cp:revision>1</cp:revision>
  <dcterms:created xsi:type="dcterms:W3CDTF">2025-02-10T15:05:20Z</dcterms:created>
  <dcterms:modified xsi:type="dcterms:W3CDTF">2025-03-12T21:37:54Z</dcterms:modified>
</cp:coreProperties>
</file>